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/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6" autoAdjust="0"/>
    <p:restoredTop sz="93832" autoAdjust="0"/>
  </p:normalViewPr>
  <p:slideViewPr>
    <p:cSldViewPr snapToGrid="0">
      <p:cViewPr varScale="1">
        <p:scale>
          <a:sx n="106" d="100"/>
          <a:sy n="106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298</cp:revision>
  <dcterms:created xsi:type="dcterms:W3CDTF">2022-04-15T13:13:55Z</dcterms:created>
  <dcterms:modified xsi:type="dcterms:W3CDTF">2026-06-12T12:43:37Z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