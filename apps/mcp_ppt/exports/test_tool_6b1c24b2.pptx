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0" r:id="rId4"/>
    <p:sldMasterId id="2147483825" r:id="rId5"/>
    <p:sldMasterId id="2147483771" r:id="rId6"/>
    <p:sldMasterId id="2147483748" r:id="rId7"/>
    <p:sldMasterId id="2147483759" r:id="rId8"/>
  </p:sldMasterIdLst>
  <p:notesMasterIdLst>
    <p:notesMasterId r:id="rId9"/>
  </p:notesMasterIdLst>
  <p:handoutMasterIdLst>
    <p:handoutMasterId r:id="rId10"/>
  </p:handoutMasterIdLst>
  <p:sldIdLst>
    <p:sldId id="256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lgova Svetlana" initials="DS" lastIdx="1" clrIdx="0">
    <p:extLst>
      <p:ext uri="{19B8F6BF-5375-455C-9EA6-DF929625EA0E}">
        <p15:presenceInfo xmlns:p15="http://schemas.microsoft.com/office/powerpoint/2012/main" userId="S-1-5-21-2437565300-2024630967-1388371115-5613" providerId="AD"/>
      </p:ext>
    </p:extLst>
  </p:cmAuthor>
  <p:cmAuthor id="2" name="Petrovicheva, A." initials="PA" lastIdx="30" clrIdx="1">
    <p:extLst>
      <p:ext uri="{19B8F6BF-5375-455C-9EA6-DF929625EA0E}">
        <p15:presenceInfo xmlns:p15="http://schemas.microsoft.com/office/powerpoint/2012/main" userId="S::a.petrovicheva@accenture.com::249739f8-9c90-4238-8709-9e236e7a9d2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3CAD"/>
    <a:srgbClr val="FF5500"/>
    <a:srgbClr val="22A5F3"/>
    <a:srgbClr val="FBD4BC"/>
    <a:srgbClr val="821F00"/>
    <a:srgbClr val="414042"/>
    <a:srgbClr val="B3B2B3"/>
    <a:srgbClr val="EBE8E4"/>
    <a:srgbClr val="EAE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66" autoAdjust="0"/>
    <p:restoredTop sz="93832" autoAdjust="0"/>
  </p:normalViewPr>
  <p:slideViewPr>
    <p:cSldViewPr snapToGrid="0">
      <p:cViewPr varScale="1">
        <p:scale>
          <a:sx n="106" d="100"/>
          <a:sy n="106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045FF02-9FE9-47FA-BAD5-601AD499DC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31D7BA-1E2B-488D-A50A-6FDB54CECD1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AD12D-9A74-460A-A1CD-2B068DAEEB73}" type="datetimeFigureOut">
              <a:rPr lang="ru-RU" smtClean="0"/>
              <a:t>12.06.2026</a:t>
            </a:fld>
            <a:endParaRPr lang="ru-R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83D270-130A-4986-8D0C-403E8B0AEE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D42A1D-1118-4993-8B2E-3D8139E6D02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A3B44C-20DC-4E42-B003-9ED642ACC38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91279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2C827-9368-4614-9CC8-CD634EA44F85}" type="datetimeFigureOut">
              <a:rPr lang="ru-RU" smtClean="0"/>
              <a:t>12.06.2026</a:t>
            </a:fld>
            <a:endParaRPr lang="ru-R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EA3F7-A4AE-45C5-9F05-C4EE8BA120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69228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openxmlformats.org/officeDocument/2006/relationships/image" Target="../media/image6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hyperlink" Target="http://www.axenix.pro/" TargetMode="External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1B3EAE-2D2B-7469-87BD-33412D2C0FAD}"/>
              </a:ext>
            </a:extLst>
          </p:cNvPr>
          <p:cNvSpPr txBox="1"/>
          <p:nvPr userDrawn="1"/>
        </p:nvSpPr>
        <p:spPr>
          <a:xfrm>
            <a:off x="7715250" y="6343650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408437-2065-ACAC-54AA-877BF1ED9D49}"/>
              </a:ext>
            </a:extLst>
          </p:cNvPr>
          <p:cNvSpPr txBox="1"/>
          <p:nvPr userDrawn="1"/>
        </p:nvSpPr>
        <p:spPr>
          <a:xfrm>
            <a:off x="6709410" y="6366510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E2ACCF56-B14F-D254-F1A6-41FCC102DB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104" y="3073770"/>
            <a:ext cx="9588821" cy="1972363"/>
          </a:xfrm>
          <a:prstGeom prst="rect">
            <a:avLst/>
          </a:prstGeom>
        </p:spPr>
        <p:txBody>
          <a:bodyPr vert="horz" lIns="0" tIns="45720" rIns="0" bIns="0" rtlCol="0" anchor="t" anchorCtr="0">
            <a:noAutofit/>
          </a:bodyPr>
          <a:lstStyle>
            <a:lvl1pPr marL="0" marR="0" indent="0" algn="l" defTabSz="914377" rtl="0" eaLnBrk="1" fontAlgn="auto" latinLnBrk="0" hangingPunct="1">
              <a:lnSpc>
                <a:spcPts val="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Place presentation title </a:t>
            </a:r>
            <a:br>
              <a:rPr lang="ru-RU" dirty="0"/>
            </a:br>
            <a:r>
              <a:rPr lang="en-US" dirty="0"/>
              <a:t>here in sentence case, </a:t>
            </a:r>
            <a:br>
              <a:rPr lang="en-US" dirty="0"/>
            </a:br>
            <a:r>
              <a:rPr lang="en-US" dirty="0"/>
              <a:t>max 3 lines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5489F64-A49B-9A57-CB7B-479F91A1C0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7599" y="5066004"/>
            <a:ext cx="7786607" cy="476067"/>
          </a:xfrm>
          <a:prstGeom prst="rect">
            <a:avLst/>
          </a:prstGeom>
        </p:spPr>
        <p:txBody>
          <a:bodyPr lIns="46800">
            <a:noAutofit/>
          </a:bodyPr>
          <a:lstStyle>
            <a:lvl1pPr marL="0" indent="0">
              <a:lnSpc>
                <a:spcPct val="70000"/>
              </a:lnSpc>
              <a:defRPr sz="2500" b="0" i="0" cap="none" baseline="0">
                <a:solidFill>
                  <a:srgbClr val="FFFFFF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84C4B211-5D9F-DE5F-05D2-B6B5D23B3C4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7599" y="5661248"/>
            <a:ext cx="7786607" cy="476067"/>
          </a:xfrm>
          <a:prstGeom prst="rect">
            <a:avLst/>
          </a:prstGeom>
        </p:spPr>
        <p:txBody>
          <a:bodyPr lIns="46800">
            <a:noAutofit/>
          </a:bodyPr>
          <a:lstStyle>
            <a:lvl1pPr marL="0" indent="0">
              <a:lnSpc>
                <a:spcPct val="70000"/>
              </a:lnSpc>
              <a:defRPr sz="2000" b="0" i="0" cap="none" baseline="0">
                <a:solidFill>
                  <a:srgbClr val="FFFFFF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140622-2384-354F-4E24-36BB6C033292}"/>
              </a:ext>
            </a:extLst>
          </p:cNvPr>
          <p:cNvSpPr txBox="1"/>
          <p:nvPr userDrawn="1"/>
        </p:nvSpPr>
        <p:spPr>
          <a:xfrm>
            <a:off x="6445045" y="632705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</p:spTree>
    <p:extLst>
      <p:ext uri="{BB962C8B-B14F-4D97-AF65-F5344CB8AC3E}">
        <p14:creationId xmlns:p14="http://schemas.microsoft.com/office/powerpoint/2010/main" val="2968151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90F8A038-F79B-4C13-9287-8AFC932377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17B1981-8588-A37B-2188-2B3AF38C7497}"/>
              </a:ext>
            </a:extLst>
          </p:cNvPr>
          <p:cNvSpPr/>
          <p:nvPr userDrawn="1"/>
        </p:nvSpPr>
        <p:spPr>
          <a:xfrm>
            <a:off x="5052060" y="354330"/>
            <a:ext cx="6800850" cy="617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67B93-5503-49C7-ADB5-EF3AECD1A8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1196" y="1597537"/>
            <a:ext cx="4395264" cy="2482973"/>
          </a:xfrm>
          <a:prstGeom prst="rect">
            <a:avLst/>
          </a:prstGeom>
        </p:spPr>
        <p:txBody>
          <a:bodyPr tIns="0" bIns="0" anchor="b">
            <a:normAutofit/>
          </a:bodyPr>
          <a:lstStyle>
            <a:lvl1pPr algn="ctr">
              <a:lnSpc>
                <a:spcPct val="70000"/>
              </a:lnSpc>
              <a:defRPr sz="7200">
                <a:solidFill>
                  <a:srgbClr val="FFFFFF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72" name="Text Placeholder 44">
            <a:extLst>
              <a:ext uri="{FF2B5EF4-FFF2-40B4-BE49-F238E27FC236}">
                <a16:creationId xmlns:a16="http://schemas.microsoft.com/office/drawing/2014/main" id="{FDE571CC-167D-47E3-8000-11E1185523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10716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3" name="Text Placeholder 44">
            <a:extLst>
              <a:ext uri="{FF2B5EF4-FFF2-40B4-BE49-F238E27FC236}">
                <a16:creationId xmlns:a16="http://schemas.microsoft.com/office/drawing/2014/main" id="{67D8E360-3B8E-42E3-A131-BBB8259C20D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687389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4" name="Text Placeholder 44">
            <a:extLst>
              <a:ext uri="{FF2B5EF4-FFF2-40B4-BE49-F238E27FC236}">
                <a16:creationId xmlns:a16="http://schemas.microsoft.com/office/drawing/2014/main" id="{95023161-89C9-4A6B-93C9-5CCEA219CE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906914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7" name="Text Placeholder 44">
            <a:extLst>
              <a:ext uri="{FF2B5EF4-FFF2-40B4-BE49-F238E27FC236}">
                <a16:creationId xmlns:a16="http://schemas.microsoft.com/office/drawing/2014/main" id="{3D1567CD-545E-4481-AA52-EAB26F307DE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716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8" name="Text Placeholder 44">
            <a:extLst>
              <a:ext uri="{FF2B5EF4-FFF2-40B4-BE49-F238E27FC236}">
                <a16:creationId xmlns:a16="http://schemas.microsoft.com/office/drawing/2014/main" id="{C4A7E19B-BA4C-4167-B678-685C3673D0E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687389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9" name="Text Placeholder 44">
            <a:extLst>
              <a:ext uri="{FF2B5EF4-FFF2-40B4-BE49-F238E27FC236}">
                <a16:creationId xmlns:a16="http://schemas.microsoft.com/office/drawing/2014/main" id="{33092D62-8436-4A51-8071-52D0BA46EF8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906914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722F4D46-D274-4F10-ABA0-DD9EA3E9201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02461" y="244162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9F91BFBD-9636-4FD4-8F52-6E39E26F072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687389" y="242585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4" name="Text Placeholder 2">
            <a:extLst>
              <a:ext uri="{FF2B5EF4-FFF2-40B4-BE49-F238E27FC236}">
                <a16:creationId xmlns:a16="http://schemas.microsoft.com/office/drawing/2014/main" id="{F01AF8C0-E88B-47D4-9C57-68C82E55FF5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906912" y="242401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FC4FC8D5-B96C-437B-A281-3F7C9C7D71C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94206" y="442455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8FD560F8-78FC-4428-9882-3934D9CBB65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679134" y="440878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176CA42E-BDE9-4A57-B993-296EED1BCB4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898657" y="440694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6B1917-ECF5-2AB2-79CD-1D2E969A9CB1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9A0123-F78D-1560-6969-AACFD613CEE8}"/>
              </a:ext>
            </a:extLst>
          </p:cNvPr>
          <p:cNvSpPr txBox="1">
            <a:spLocks/>
          </p:cNvSpPr>
          <p:nvPr userDrawn="1"/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ru-RU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  <a:latin typeface="Arial" panose="020B0604020202020204" pitchFamily="34" charset="0"/>
              </a:rPr>
              <a:pPr/>
              <a:t>‹#›</a:t>
            </a:fld>
            <a:endParaRPr lang="en-US" dirty="0">
              <a:solidFill>
                <a:srgbClr val="91919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829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F83D76-F93A-4D71-3281-B8235758B8C3}"/>
              </a:ext>
            </a:extLst>
          </p:cNvPr>
          <p:cNvSpPr txBox="1"/>
          <p:nvPr userDrawn="1"/>
        </p:nvSpPr>
        <p:spPr>
          <a:xfrm>
            <a:off x="1070517" y="3679902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05488D-5061-B24E-9357-03D8C4FC8F50}"/>
              </a:ext>
            </a:extLst>
          </p:cNvPr>
          <p:cNvSpPr txBox="1"/>
          <p:nvPr userDrawn="1"/>
        </p:nvSpPr>
        <p:spPr>
          <a:xfrm>
            <a:off x="1706137" y="354608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398F1829-F3A5-B078-2E73-7E6F5B601B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7494" y="2128389"/>
            <a:ext cx="7780284" cy="1168485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lnSpc>
                <a:spcPts val="4500"/>
              </a:lnSpc>
              <a:defRPr sz="4400" b="1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Place presentation title here (44pt)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F2D3771-35D3-C16A-3ABD-2D802478FE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7494" y="3561127"/>
            <a:ext cx="7786607" cy="2359226"/>
          </a:xfrm>
          <a:prstGeom prst="rect">
            <a:avLst/>
          </a:prstGeom>
        </p:spPr>
        <p:txBody>
          <a:bodyPr lIns="46800">
            <a:noAutofit/>
          </a:bodyPr>
          <a:lstStyle>
            <a:lvl1pPr marL="0" indent="0">
              <a:lnSpc>
                <a:spcPct val="70000"/>
              </a:lnSpc>
              <a:defRPr sz="2500" b="0" i="0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6814242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17B1981-8588-A37B-2188-2B3AF38C7497}"/>
              </a:ext>
            </a:extLst>
          </p:cNvPr>
          <p:cNvSpPr/>
          <p:nvPr userDrawn="1"/>
        </p:nvSpPr>
        <p:spPr>
          <a:xfrm>
            <a:off x="5052060" y="354330"/>
            <a:ext cx="6800850" cy="617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6B1917-ECF5-2AB2-79CD-1D2E969A9CB1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  <a:cs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9A0123-F78D-1560-6969-AACFD613CEE8}"/>
              </a:ext>
            </a:extLst>
          </p:cNvPr>
          <p:cNvSpPr txBox="1">
            <a:spLocks/>
          </p:cNvSpPr>
          <p:nvPr userDrawn="1"/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ru-RU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rgbClr val="9191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4D975B-52EA-094F-DC58-479E8F3FED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91290" y="170974"/>
            <a:ext cx="295910" cy="406876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DC3003AD-AC5E-CFF3-B6C1-86825B3A84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506" y="0"/>
            <a:ext cx="10711303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(25pt)</a:t>
            </a:r>
          </a:p>
        </p:txBody>
      </p:sp>
    </p:spTree>
    <p:extLst>
      <p:ext uri="{BB962C8B-B14F-4D97-AF65-F5344CB8AC3E}">
        <p14:creationId xmlns:p14="http://schemas.microsoft.com/office/powerpoint/2010/main" val="525185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 without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64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1670756"/>
            <a:ext cx="11407285" cy="451890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458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C45B49-E277-AADE-2F63-1CBCC6F9BAB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8399" y="1681163"/>
            <a:ext cx="11407285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2608729"/>
            <a:ext cx="11407285" cy="35809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13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C45B49-E277-AADE-2F63-1CBCC6F9BAB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8400" y="1681163"/>
            <a:ext cx="7041784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2608729"/>
            <a:ext cx="7072781" cy="35809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88A49B5E-0622-0DCA-5E61-9C6EC11281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2916" y="1681162"/>
            <a:ext cx="4190998" cy="4518159"/>
          </a:xfrm>
          <a:prstGeom prst="rect">
            <a:avLst/>
          </a:prstGeom>
          <a:solidFill>
            <a:schemeClr val="bg1"/>
          </a:solidFill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 dirty="0"/>
              <a:t>Add image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691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01E5B58-D84A-59E3-60BB-9977373372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C45B49-E277-AADE-2F63-1CBCC6F9BAB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8399" y="1681163"/>
            <a:ext cx="11407285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2608729"/>
            <a:ext cx="11407285" cy="35809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A4FA1A80-78CE-5A24-E0FF-73A2D12DC6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14341" y="850006"/>
            <a:ext cx="10334222" cy="3188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3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1607887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0133E-E0F7-70DF-87AA-D12DD6D55E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7662" y="2619180"/>
            <a:ext cx="5419346" cy="3523915"/>
          </a:xfrm>
          <a:prstGeom prst="rect">
            <a:avLst/>
          </a:prstGeom>
        </p:spPr>
        <p:txBody>
          <a:bodyPr lIns="90000"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0C68F77-C82F-2046-4074-7E621D866CB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7662" y="1681163"/>
            <a:ext cx="5406467" cy="823912"/>
          </a:xfrm>
          <a:prstGeom prst="rect">
            <a:avLst/>
          </a:prstGeom>
        </p:spPr>
        <p:txBody>
          <a:bodyPr lIns="90000"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r>
              <a:rPr lang="en-US" dirty="0" err="1"/>
              <a:t>gakrgjkjgkjgr</a:t>
            </a:r>
            <a:endParaRPr lang="en-GB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9FC30C4-97A7-7456-76D1-87DCA6D50A8A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168008" y="2619180"/>
            <a:ext cx="5419346" cy="3523915"/>
          </a:xfrm>
          <a:prstGeom prst="rect">
            <a:avLst/>
          </a:prstGeom>
        </p:spPr>
        <p:txBody>
          <a:bodyPr lIns="90000"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C917045-F730-CABF-E020-3973462F015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168008" y="1681163"/>
            <a:ext cx="5406467" cy="823912"/>
          </a:xfrm>
          <a:prstGeom prst="rect">
            <a:avLst/>
          </a:prstGeom>
        </p:spPr>
        <p:txBody>
          <a:bodyPr lIns="90000"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r>
              <a:rPr lang="en-US" dirty="0" err="1"/>
              <a:t>gakrgjkjgkjgr</a:t>
            </a:r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C3972-B4FA-479A-A08B-5265A09BF1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956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D00E3-C3AC-D978-61CB-E4E78C70803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6171" y="1681163"/>
            <a:ext cx="8072392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2275D4-53D6-3306-330A-383A446B8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76171" y="2630311"/>
            <a:ext cx="8072392" cy="37704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D2E1D3-4F2A-2082-84EC-F39FBAD06409}"/>
              </a:ext>
            </a:extLst>
          </p:cNvPr>
          <p:cNvSpPr/>
          <p:nvPr userDrawn="1"/>
        </p:nvSpPr>
        <p:spPr>
          <a:xfrm>
            <a:off x="0" y="1571674"/>
            <a:ext cx="3497179" cy="4825218"/>
          </a:xfrm>
          <a:prstGeom prst="rect">
            <a:avLst/>
          </a:prstGeom>
          <a:solidFill>
            <a:srgbClr val="F3702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RU" dirty="0" err="1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AB1469F-C4FF-70C8-6DE4-EF768617129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5360" y="1916831"/>
            <a:ext cx="2865040" cy="414911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63BA7EB-5F24-78F2-DC6E-5D351E604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3511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D00E3-C3AC-D978-61CB-E4E78C70803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6171" y="1681163"/>
            <a:ext cx="8072392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AB1469F-C4FF-70C8-6DE4-EF768617129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5359" y="1681162"/>
            <a:ext cx="3244967" cy="471963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5DB1E24-6AE3-34CB-489D-F54BAF721D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3F694105-6B43-530B-E5D9-51EB4163E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76171" y="2630311"/>
            <a:ext cx="8072392" cy="37704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7593715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d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1BABE23-C276-BFF1-9AD9-4CACB772B4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2619111"/>
            <a:ext cx="7780284" cy="214881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lnSpc>
                <a:spcPct val="100000"/>
              </a:lnSpc>
              <a:defRPr sz="4400" b="1" i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Place presentation title here in sentence case, </a:t>
            </a:r>
            <a:br>
              <a:rPr lang="en-US" dirty="0"/>
            </a:br>
            <a:r>
              <a:rPr lang="en-US" dirty="0"/>
              <a:t>max 3 lines (44pt)</a:t>
            </a:r>
          </a:p>
        </p:txBody>
      </p:sp>
    </p:spTree>
    <p:extLst>
      <p:ext uri="{BB962C8B-B14F-4D97-AF65-F5344CB8AC3E}">
        <p14:creationId xmlns:p14="http://schemas.microsoft.com/office/powerpoint/2010/main" val="2581338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ligh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23DE41-3D75-429F-B94D-312618C214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22ADE5-3B61-ADF6-A649-FE3681340F22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9526E1-7FC8-DCBE-6C75-2C54BC046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12" r="6566"/>
          <a:stretch/>
        </p:blipFill>
        <p:spPr>
          <a:xfrm>
            <a:off x="7450518" y="0"/>
            <a:ext cx="4741482" cy="66022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462866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rgbClr val="FFFFFF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Place headline here (36pt, min 30pt)</a:t>
            </a:r>
          </a:p>
        </p:txBody>
      </p:sp>
    </p:spTree>
    <p:extLst>
      <p:ext uri="{BB962C8B-B14F-4D97-AF65-F5344CB8AC3E}">
        <p14:creationId xmlns:p14="http://schemas.microsoft.com/office/powerpoint/2010/main" val="320809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- Light, Black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F83D76-F93A-4D71-3281-B8235758B8C3}"/>
              </a:ext>
            </a:extLst>
          </p:cNvPr>
          <p:cNvSpPr txBox="1"/>
          <p:nvPr userDrawn="1"/>
        </p:nvSpPr>
        <p:spPr>
          <a:xfrm>
            <a:off x="1070517" y="3679902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05488D-5061-B24E-9357-03D8C4FC8F50}"/>
              </a:ext>
            </a:extLst>
          </p:cNvPr>
          <p:cNvSpPr txBox="1"/>
          <p:nvPr userDrawn="1"/>
        </p:nvSpPr>
        <p:spPr>
          <a:xfrm>
            <a:off x="1706137" y="354608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5968FE-210E-B837-EBC5-C1C4802626F4}"/>
              </a:ext>
            </a:extLst>
          </p:cNvPr>
          <p:cNvSpPr/>
          <p:nvPr userDrawn="1"/>
        </p:nvSpPr>
        <p:spPr>
          <a:xfrm>
            <a:off x="487264" y="4690638"/>
            <a:ext cx="4187976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ru-RU" sz="9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О компании </a:t>
            </a:r>
            <a:r>
              <a:rPr lang="en-US" sz="9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AXENIX</a:t>
            </a:r>
            <a:endParaRPr lang="ru-RU" sz="9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AXENIX </a:t>
            </a: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(ex-Accenture) – российская компания, предоставляющая широкий спектр профессиональных услуг в области цифровых сервисов, облачных технологий и решений для обеспечения информационной безопасности. В офисах и центрах разработки в Москве, Твери,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Ростове</a:t>
            </a: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-на-Дону, Краснодаре, Санкт-Петербурге и Алматы работают около 2 000 сотрудников. Благодаря сочетанию уникальных знаний,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опыта и компетенций более чем в 40 отраслях, предлагает услуги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в области стратегии и бизнес-консалтинга, технологических решений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и других операций, направленных на цифровизацию бизнеса.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Подробнее на  </a:t>
            </a:r>
            <a:r>
              <a:rPr lang="en-US" sz="900" u="sng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axenix.pro</a:t>
            </a:r>
            <a:endParaRPr lang="ru-RU" sz="900" dirty="0">
              <a:solidFill>
                <a:schemeClr val="bg1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E4A54D-535F-ECB8-BF07-B4FE2B5F8D7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1823" y="4800600"/>
            <a:ext cx="1315517" cy="165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14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vmlDrawing" Target="../drawings/vmlDrawing1.vml"/><Relationship Id="rId5" Type="http://schemas.openxmlformats.org/officeDocument/2006/relationships/tags" Target="../tags/tag1.xml"/><Relationship Id="rId6" Type="http://schemas.openxmlformats.org/officeDocument/2006/relationships/image" Target="../media/image2.png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Relationship Id="rId9" Type="http://schemas.openxmlformats.org/officeDocument/2006/relationships/image" Target="../media/image3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2.xml"/><Relationship Id="rId3" Type="http://schemas.openxmlformats.org/officeDocument/2006/relationships/vmlDrawing" Target="../drawings/vmlDrawing2.vml"/><Relationship Id="rId4" Type="http://schemas.openxmlformats.org/officeDocument/2006/relationships/tags" Target="../tags/tag2.xml"/><Relationship Id="rId5" Type="http://schemas.openxmlformats.org/officeDocument/2006/relationships/oleObject" Target="../embeddings/oleObject2.bin"/><Relationship Id="rId6" Type="http://schemas.openxmlformats.org/officeDocument/2006/relationships/image" Target="../media/image1.emf"/><Relationship Id="rId7" Type="http://schemas.openxmlformats.org/officeDocument/2006/relationships/image" Target="../media/image5.emf"/><Relationship Id="rId8" Type="http://schemas.openxmlformats.org/officeDocument/2006/relationships/image" Target="../media/image6.e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theme" Target="../theme/theme3.xml"/><Relationship Id="rId11" Type="http://schemas.openxmlformats.org/officeDocument/2006/relationships/image" Target="../media/image7.emf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theme" Target="../theme/theme4.xml"/><Relationship Id="rId4" Type="http://schemas.openxmlformats.org/officeDocument/2006/relationships/vmlDrawing" Target="../drawings/vmlDrawing3.vml"/><Relationship Id="rId5" Type="http://schemas.openxmlformats.org/officeDocument/2006/relationships/tags" Target="../tags/tag3.xml"/><Relationship Id="rId6" Type="http://schemas.openxmlformats.org/officeDocument/2006/relationships/oleObject" Target="../embeddings/oleObject3.bin"/><Relationship Id="rId7" Type="http://schemas.openxmlformats.org/officeDocument/2006/relationships/image" Target="../media/image1.emf"/><Relationship Id="rId8" Type="http://schemas.openxmlformats.org/officeDocument/2006/relationships/image" Target="../media/image6.emf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theme" Target="../theme/theme5.xml"/><Relationship Id="rId3" Type="http://schemas.openxmlformats.org/officeDocument/2006/relationships/vmlDrawing" Target="../drawings/vmlDrawing4.vml"/><Relationship Id="rId4" Type="http://schemas.openxmlformats.org/officeDocument/2006/relationships/tags" Target="../tags/tag4.xml"/><Relationship Id="rId5" Type="http://schemas.openxmlformats.org/officeDocument/2006/relationships/image" Target="../media/image9.png"/><Relationship Id="rId6" Type="http://schemas.openxmlformats.org/officeDocument/2006/relationships/oleObject" Target="../embeddings/oleObject4.bin"/><Relationship Id="rId7" Type="http://schemas.openxmlformats.org/officeDocument/2006/relationships/image" Target="../media/image1.emf"/><Relationship Id="rId8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5456A1-5AD5-1C3B-784F-E5DB1A617811}"/>
              </a:ext>
            </a:extLst>
          </p:cNvPr>
          <p:cNvSpPr/>
          <p:nvPr userDrawn="1"/>
        </p:nvSpPr>
        <p:spPr>
          <a:xfrm>
            <a:off x="0" y="-100809"/>
            <a:ext cx="12192000" cy="6958809"/>
          </a:xfrm>
          <a:prstGeom prst="rect">
            <a:avLst/>
          </a:prstGeom>
          <a:solidFill>
            <a:srgbClr val="F3702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RU" dirty="0" err="1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244621-BE37-66F7-AE71-04D88A8F68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9741" y="-100810"/>
            <a:ext cx="7777207" cy="6958809"/>
          </a:xfrm>
          <a:prstGeom prst="rect">
            <a:avLst/>
          </a:prstGeom>
        </p:spPr>
      </p:pic>
      <p:sp>
        <p:nvSpPr>
          <p:cNvPr id="11" name="Title 3">
            <a:extLst>
              <a:ext uri="{FF2B5EF4-FFF2-40B4-BE49-F238E27FC236}">
                <a16:creationId xmlns:a16="http://schemas.microsoft.com/office/drawing/2014/main" id="{0799367B-6583-A8C4-AABC-4EB4B1EEDA9D}"/>
              </a:ext>
            </a:extLst>
          </p:cNvPr>
          <p:cNvSpPr txBox="1">
            <a:spLocks/>
          </p:cNvSpPr>
          <p:nvPr userDrawn="1"/>
        </p:nvSpPr>
        <p:spPr>
          <a:xfrm>
            <a:off x="4724629" y="6212323"/>
            <a:ext cx="7056261" cy="405647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2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ts val="2000"/>
              </a:lnSpc>
            </a:pPr>
            <a:r>
              <a:rPr lang="ru-RU" sz="2400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Технологии. Стратегии. Консалтинг.</a:t>
            </a:r>
          </a:p>
        </p:txBody>
      </p:sp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think-cell Folie" r:id="rId7" imgW="425" imgH="426" progId="TCLayout.ActiveDocument.1">
                  <p:embed/>
                </p:oleObj>
              </mc:Choice>
              <mc:Fallback>
                <p:oleObj name="think-cell Folie" r:id="rId7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663FD6-8FD6-4311-3031-623D5EE6632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522759" y="400849"/>
            <a:ext cx="3148445" cy="178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75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27" r:id="rId2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Montserrat" pitchFamily="2" charset="-52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think-cell Folie" r:id="rId5" imgW="425" imgH="426" progId="TCLayout.ActiveDocument.1">
                  <p:embed/>
                </p:oleObj>
              </mc:Choice>
              <mc:Fallback>
                <p:oleObj name="think-cell Folie" r:id="rId5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6D061B-8A97-0E83-1239-5A78C931FCB6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36431" y="243315"/>
            <a:ext cx="2019300" cy="1130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6DE66D-3D08-AA52-27A4-51071019C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12" r="6566"/>
          <a:stretch/>
        </p:blipFill>
        <p:spPr>
          <a:xfrm>
            <a:off x="7450518" y="0"/>
            <a:ext cx="4741482" cy="66022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9ACC8F-87F1-11BC-54FF-29DF1B67DD2C}"/>
              </a:ext>
            </a:extLst>
          </p:cNvPr>
          <p:cNvSpPr txBox="1"/>
          <p:nvPr userDrawn="1"/>
        </p:nvSpPr>
        <p:spPr>
          <a:xfrm>
            <a:off x="6310489" y="1117600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843973-961C-8DDE-2DD6-53DF7B28F08E}"/>
              </a:ext>
            </a:extLst>
          </p:cNvPr>
          <p:cNvSpPr txBox="1"/>
          <p:nvPr userDrawn="1"/>
        </p:nvSpPr>
        <p:spPr>
          <a:xfrm>
            <a:off x="6062133" y="-11289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119898-D072-6154-65DA-C70A705FD4A3}"/>
              </a:ext>
            </a:extLst>
          </p:cNvPr>
          <p:cNvSpPr txBox="1"/>
          <p:nvPr userDrawn="1"/>
        </p:nvSpPr>
        <p:spPr>
          <a:xfrm>
            <a:off x="5576711" y="2257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99DEB3-46B7-E235-21C5-8F577D91452A}"/>
              </a:ext>
            </a:extLst>
          </p:cNvPr>
          <p:cNvSpPr txBox="1"/>
          <p:nvPr userDrawn="1"/>
        </p:nvSpPr>
        <p:spPr>
          <a:xfrm>
            <a:off x="2528711" y="2596444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41F51A-A72F-6796-C8BF-B58CCEA6CA55}"/>
              </a:ext>
            </a:extLst>
          </p:cNvPr>
          <p:cNvSpPr txBox="1"/>
          <p:nvPr userDrawn="1"/>
        </p:nvSpPr>
        <p:spPr>
          <a:xfrm>
            <a:off x="1027289" y="3296356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0B1051-273A-AE8E-459B-F260C9FE82F0}"/>
              </a:ext>
            </a:extLst>
          </p:cNvPr>
          <p:cNvSpPr txBox="1"/>
          <p:nvPr userDrawn="1"/>
        </p:nvSpPr>
        <p:spPr>
          <a:xfrm>
            <a:off x="-11289" y="2528711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C02DB6-B043-D33F-9415-84B3B44475F2}"/>
              </a:ext>
            </a:extLst>
          </p:cNvPr>
          <p:cNvSpPr txBox="1"/>
          <p:nvPr userDrawn="1"/>
        </p:nvSpPr>
        <p:spPr>
          <a:xfrm>
            <a:off x="707923" y="2580968"/>
            <a:ext cx="0" cy="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</p:spTree>
    <p:extLst>
      <p:ext uri="{BB962C8B-B14F-4D97-AF65-F5344CB8AC3E}">
        <p14:creationId xmlns:p14="http://schemas.microsoft.com/office/powerpoint/2010/main" val="3448633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Montserrat" pitchFamily="2" charset="-52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88DA18F-CC7A-8B02-8558-400CADA11C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/>
          <a:srcRect/>
          <a:stretch/>
        </p:blipFill>
        <p:spPr>
          <a:xfrm>
            <a:off x="406400" y="225778"/>
            <a:ext cx="11785600" cy="1193800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8C8C97C-D7FF-2F6E-5F48-D8445417BBE1}"/>
              </a:ext>
            </a:extLst>
          </p:cNvPr>
          <p:cNvSpPr txBox="1">
            <a:spLocks/>
          </p:cNvSpPr>
          <p:nvPr userDrawn="1"/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ru-RU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  <a:latin typeface="Arial" panose="020B0604020202020204" pitchFamily="34" charset="0"/>
              </a:rPr>
              <a:pPr/>
              <a:t>‹#›</a:t>
            </a:fld>
            <a:endParaRPr lang="en-US" dirty="0">
              <a:solidFill>
                <a:srgbClr val="919191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D23657-19EB-F054-775B-FB0EDBB4E41F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</p:spTree>
    <p:extLst>
      <p:ext uri="{BB962C8B-B14F-4D97-AF65-F5344CB8AC3E}">
        <p14:creationId xmlns:p14="http://schemas.microsoft.com/office/powerpoint/2010/main" val="823801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773" r:id="rId2"/>
    <p:sldLayoutId id="2147483802" r:id="rId3"/>
    <p:sldLayoutId id="2147483803" r:id="rId4"/>
    <p:sldLayoutId id="2147483798" r:id="rId5"/>
    <p:sldLayoutId id="2147483784" r:id="rId6"/>
    <p:sldLayoutId id="2147483775" r:id="rId7"/>
    <p:sldLayoutId id="2147483776" r:id="rId8"/>
    <p:sldLayoutId id="2147483778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Montserrat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think-cell Folie" r:id="rId6" imgW="425" imgH="426" progId="TCLayout.ActiveDocument.1">
                  <p:embed/>
                </p:oleObj>
              </mc:Choice>
              <mc:Fallback>
                <p:oleObj name="think-cell Folie" r:id="rId6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10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</a:rPr>
              <a:pPr/>
              <a:t>‹#›</a:t>
            </a:fld>
            <a:endParaRPr lang="en-US" dirty="0">
              <a:solidFill>
                <a:srgbClr val="919191"/>
              </a:solidFill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6D952B5C-36AC-4DB1-A39D-558F248A9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265" y="3504028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 dirty="0"/>
              <a:t>Headline place here (32pt)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E583BD-E741-CAD2-BA5D-84E5AA606C6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F965B8-1BBF-CE3A-26B2-05E622B6DE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12" r="6566"/>
          <a:stretch/>
        </p:blipFill>
        <p:spPr>
          <a:xfrm>
            <a:off x="7450518" y="0"/>
            <a:ext cx="4741482" cy="6602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98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96" r:id="rId2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BFD8D3-EB97-6E49-946B-AA2CD2FB12AC}"/>
              </a:ext>
            </a:extLst>
          </p:cNvPr>
          <p:cNvSpPr/>
          <p:nvPr userDrawn="1"/>
        </p:nvSpPr>
        <p:spPr>
          <a:xfrm>
            <a:off x="0" y="-100809"/>
            <a:ext cx="12192000" cy="6958809"/>
          </a:xfrm>
          <a:prstGeom prst="rect">
            <a:avLst/>
          </a:prstGeom>
          <a:solidFill>
            <a:srgbClr val="F3702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RU" dirty="0" err="1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17B032-7A73-0ABE-542B-071951933C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4793" y="-100809"/>
            <a:ext cx="7777207" cy="6958809"/>
          </a:xfrm>
          <a:prstGeom prst="rect">
            <a:avLst/>
          </a:prstGeom>
        </p:spPr>
      </p:pic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name="think-cell Folie" r:id="rId6" imgW="425" imgH="426" progId="TCLayout.ActiveDocument.1">
                  <p:embed/>
                </p:oleObj>
              </mc:Choice>
              <mc:Fallback>
                <p:oleObj name="think-cell Folie" r:id="rId6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E1F316D2-FC5D-7E5C-7937-C55AD9510B23}"/>
              </a:ext>
            </a:extLst>
          </p:cNvPr>
          <p:cNvSpPr txBox="1">
            <a:spLocks/>
          </p:cNvSpPr>
          <p:nvPr userDrawn="1"/>
        </p:nvSpPr>
        <p:spPr>
          <a:xfrm>
            <a:off x="522311" y="3364795"/>
            <a:ext cx="4196445" cy="1026582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2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6000" b="1" i="0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ru-RU" sz="6000" b="1" i="0" cap="none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пасибо</a:t>
            </a:r>
            <a:r>
              <a:rPr lang="ru-RU" sz="6000" b="1" i="0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C4C146-CDFF-455B-E13E-CF209B4AC001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22759" y="400849"/>
            <a:ext cx="3148445" cy="178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9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Montserrat" pitchFamily="2" charset="-52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table-title-slide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Title-test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776171" y="2630311"/>
          <a:ext cx="8072392" cy="37704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0797"/>
                <a:gridCol w="2690797"/>
                <a:gridCol w="2690798"/>
              </a:tblGrid>
              <a:tr h="942622">
                <a:tc>
                  <a:txBody>
                    <a:bodyPr/>
                    <a:lstStyle/>
                    <a:p>
                      <a:pPr algn="ctr"/>
                      <a:r>
                        <a:rPr b="1" sz="1200"/>
                        <a:t>column_1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/>
                        <a:t>column_2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/>
                        <a:t>column_3</a:t>
                      </a:r>
                    </a:p>
                  </a:txBody>
                  <a:tcPr/>
                </a:tc>
              </a:tr>
              <a:tr h="942622"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rows_1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rows_2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rows_3</a:t>
                      </a:r>
                    </a:p>
                  </a:txBody>
                  <a:tcPr/>
                </a:tc>
              </a:tr>
              <a:tr h="942622"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rows_1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rows_2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rows_3</a:t>
                      </a:r>
                    </a:p>
                  </a:txBody>
                  <a:tcPr/>
                </a:tc>
              </a:tr>
              <a:tr h="942623"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rows_1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rows_2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rows_3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3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2.xml><?xml version="1.0" encoding="utf-8"?>
<a:theme xmlns:a="http://schemas.openxmlformats.org/drawingml/2006/main" name="6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3.xml><?xml version="1.0" encoding="utf-8"?>
<a:theme xmlns:a="http://schemas.openxmlformats.org/drawingml/2006/main" name="Custom Design">
  <a:themeElements>
    <a:clrScheme name="Ax-team oct.2022">
      <a:dk1>
        <a:srgbClr val="000000"/>
      </a:dk1>
      <a:lt1>
        <a:srgbClr val="FFFFFF"/>
      </a:lt1>
      <a:dk2>
        <a:srgbClr val="B3B2B3"/>
      </a:dk2>
      <a:lt2>
        <a:srgbClr val="EBE8E4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41404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5.xml><?xml version="1.0" encoding="utf-8"?>
<a:theme xmlns:a="http://schemas.openxmlformats.org/drawingml/2006/main" name="5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8D1F32CD47364489AEA84E7C810ACE" ma:contentTypeVersion="0" ma:contentTypeDescription="Create a new document." ma:contentTypeScope="" ma:versionID="1dfe614159b55952a206ec6c8369986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ff03dde4259c08ff71d8d05c94e2e9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F0B3ABB-6B48-4848-899A-6EDFAAAFE2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D286450-7DA9-49EF-8784-90E8814FA46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6CBFB5A-E9DC-4C31-B655-546C90EABB4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15684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0" baseType="lpstr">
      <vt:lpstr>Arial</vt:lpstr>
      <vt:lpstr>Calibri</vt:lpstr>
      <vt:lpstr>Montserrat</vt:lpstr>
      <vt:lpstr>Symbol</vt:lpstr>
      <vt:lpstr>3_Titles</vt:lpstr>
      <vt:lpstr>6_Titles</vt:lpstr>
      <vt:lpstr>Custom Design</vt:lpstr>
      <vt:lpstr>2_Titles</vt:lpstr>
      <vt:lpstr>5_Titles</vt:lpstr>
      <vt:lpstr>think-cell Folie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Madaminova Nigora</dc:creator>
  <cp:lastModifiedBy>Smirnova Marina</cp:lastModifiedBy>
  <cp:revision>298</cp:revision>
  <dcterms:created xsi:type="dcterms:W3CDTF">2022-04-15T13:13:55Z</dcterms:created>
  <dcterms:modified xsi:type="dcterms:W3CDTF">2026-06-12T12:43:37Z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0x010100FD8D1F32CD47364489AEA84E7C810ACE</vt:lpwstr>
  </property>
</Properties>
</file>