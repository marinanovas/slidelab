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4"/>
    <p:sldMasterId id="2147483825" r:id="rId5"/>
    <p:sldMasterId id="2147483771" r:id="rId6"/>
    <p:sldMasterId id="2147483748" r:id="rId7"/>
    <p:sldMasterId id="2147483759" r:id="rId8"/>
  </p:sldMasterIdLst>
  <p:notesMasterIdLst>
    <p:notesMasterId r:id="rId9"/>
  </p:notesMasterIdLst>
  <p:handoutMasterIdLst>
    <p:handoutMasterId r:id="rId10"/>
  </p:handoutMasterIdLst>
  <p:sldIdLst>
    <p:sldId id="25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lgova Svetlana" initials="DS" lastIdx="1" clrIdx="0">
    <p:extLst>
      <p:ext uri="{19B8F6BF-5375-455C-9EA6-DF929625EA0E}">
        <p15:presenceInfo xmlns:p15="http://schemas.microsoft.com/office/powerpoint/2012/main" userId="S-1-5-21-2437565300-2024630967-1388371115-5613" providerId="AD"/>
      </p:ext>
    </p:extLst>
  </p:cmAuthor>
  <p:cmAuthor id="2" name="Petrovicheva, A." initials="PA" lastIdx="30" clrIdx="1">
    <p:extLst>
      <p:ext uri="{19B8F6BF-5375-455C-9EA6-DF929625EA0E}">
        <p15:presenceInfo xmlns:p15="http://schemas.microsoft.com/office/powerpoint/2012/main" userId="S::a.petrovicheva@accenture.com::249739f8-9c90-4238-8709-9e236e7a9d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CAD"/>
    <a:srgbClr val="FF5500"/>
    <a:srgbClr val="22A5F3"/>
    <a:srgbClr val="FBD4BC"/>
    <a:srgbClr val="821F00"/>
    <a:srgbClr val="414042"/>
    <a:srgbClr val="B3B2B3"/>
    <a:srgbClr val="EBE8E4"/>
    <a:srgbClr val="EAE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66" autoAdjust="0"/>
    <p:restoredTop sz="93832" autoAdjust="0"/>
  </p:normalViewPr>
  <p:slideViewPr>
    <p:cSldViewPr snapToGrid="0">
      <p:cViewPr varScale="1">
        <p:scale>
          <a:sx n="114" d="100"/>
          <a:sy n="114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45FF02-9FE9-47FA-BAD5-601AD499DC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1D7BA-1E2B-488D-A50A-6FDB54CECD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AD12D-9A74-460A-A1CD-2B068DAEEB73}" type="datetimeFigureOut">
              <a:rPr lang="ru-RU" smtClean="0"/>
              <a:t>02.05.2026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3D270-130A-4986-8D0C-403E8B0AEE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42A1D-1118-4993-8B2E-3D8139E6D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3B44C-20DC-4E42-B003-9ED642ACC38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12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C827-9368-4614-9CC8-CD634EA44F85}" type="datetimeFigureOut">
              <a:rPr lang="ru-RU" smtClean="0"/>
              <a:t>02.05.2026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EA3F7-A4AE-45C5-9F05-C4EE8BA120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9228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://www.axenix.pro/" TargetMode="External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B3EAE-2D2B-7469-87BD-33412D2C0FAD}"/>
              </a:ext>
            </a:extLst>
          </p:cNvPr>
          <p:cNvSpPr txBox="1"/>
          <p:nvPr userDrawn="1"/>
        </p:nvSpPr>
        <p:spPr>
          <a:xfrm>
            <a:off x="7715250" y="634365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08437-2065-ACAC-54AA-877BF1ED9D49}"/>
              </a:ext>
            </a:extLst>
          </p:cNvPr>
          <p:cNvSpPr txBox="1"/>
          <p:nvPr userDrawn="1"/>
        </p:nvSpPr>
        <p:spPr>
          <a:xfrm>
            <a:off x="6709410" y="636651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2ACCF56-B14F-D254-F1A6-41FCC102D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104" y="3073770"/>
            <a:ext cx="9588821" cy="1972363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ts val="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</a:t>
            </a:r>
            <a:br>
              <a:rPr lang="ru-RU" dirty="0"/>
            </a:br>
            <a:r>
              <a:rPr lang="en-US" dirty="0"/>
              <a:t>here in sentence case, </a:t>
            </a:r>
            <a:br>
              <a:rPr lang="en-US" dirty="0"/>
            </a:br>
            <a:r>
              <a:rPr lang="en-US" dirty="0"/>
              <a:t>max 3 lines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5489F64-A49B-9A57-CB7B-479F91A1C0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599" y="5066004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4C4B211-5D9F-DE5F-05D2-B6B5D23B3C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599" y="5661248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0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40622-2384-354F-4E24-36BB6C033292}"/>
              </a:ext>
            </a:extLst>
          </p:cNvPr>
          <p:cNvSpPr txBox="1"/>
          <p:nvPr userDrawn="1"/>
        </p:nvSpPr>
        <p:spPr>
          <a:xfrm>
            <a:off x="6445045" y="632705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296815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0F8A038-F79B-4C13-9287-8AFC932377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196" y="1597537"/>
            <a:ext cx="4395264" cy="2482973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ctr">
              <a:lnSpc>
                <a:spcPct val="70000"/>
              </a:lnSpc>
              <a:defRPr sz="72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87389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06914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87389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6914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44162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687389" y="242585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906912" y="242401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42455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79134" y="440878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898657" y="440694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asic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8F1829-F3A5-B078-2E73-7E6F5B601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682061"/>
            <a:ext cx="7780284" cy="21488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ts val="4500"/>
              </a:lnSpc>
              <a:defRPr sz="4400" b="1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in sentence case, </a:t>
            </a:r>
            <a:br>
              <a:rPr lang="en-US" dirty="0"/>
            </a:br>
            <a:r>
              <a:rPr lang="en-US" dirty="0"/>
              <a:t>max 3 lines (44pt)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2D3771-35D3-C16A-3ABD-2D802478F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494" y="4922651"/>
            <a:ext cx="7786607" cy="997702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142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  <a:cs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D975B-52EA-094F-DC58-479E8F3FED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1290" y="170974"/>
            <a:ext cx="295910" cy="4068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C3003AD-AC5E-CFF3-B6C1-86825B3A84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506" y="0"/>
            <a:ext cx="10711303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(25pt)</a:t>
            </a:r>
          </a:p>
        </p:txBody>
      </p:sp>
    </p:spTree>
    <p:extLst>
      <p:ext uri="{BB962C8B-B14F-4D97-AF65-F5344CB8AC3E}">
        <p14:creationId xmlns:p14="http://schemas.microsoft.com/office/powerpoint/2010/main" val="52518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1670756"/>
            <a:ext cx="11407285" cy="45189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5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400" y="1681163"/>
            <a:ext cx="7041784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7072781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88A49B5E-0622-0DCA-5E61-9C6EC1128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2916" y="1681162"/>
            <a:ext cx="4190998" cy="4518159"/>
          </a:xfrm>
          <a:prstGeom prst="rect">
            <a:avLst/>
          </a:prstGeo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dirty="0"/>
              <a:t>Add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9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01E5B58-D84A-59E3-60BB-9977373372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4FA1A80-78CE-5A24-E0FF-73A2D12DC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4341" y="850006"/>
            <a:ext cx="10334222" cy="3188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3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60788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133E-E0F7-70DF-87AA-D12DD6D55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662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C68F77-C82F-2046-4074-7E621D866C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662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FC30C4-97A7-7456-76D1-87DCA6D50A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68008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917045-F730-CABF-E020-3973462F015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68008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C3972-B4FA-479A-A08B-5265A09BF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95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275D4-53D6-3306-330A-383A446B8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2E1D3-4F2A-2082-84EC-F39FBAD06409}"/>
              </a:ext>
            </a:extLst>
          </p:cNvPr>
          <p:cNvSpPr/>
          <p:nvPr userDrawn="1"/>
        </p:nvSpPr>
        <p:spPr>
          <a:xfrm>
            <a:off x="0" y="1571674"/>
            <a:ext cx="3497179" cy="4825218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60" y="1916831"/>
            <a:ext cx="2865040" cy="414911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63BA7EB-5F24-78F2-DC6E-5D351E604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51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59" y="1681162"/>
            <a:ext cx="3244967" cy="471963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5DB1E24-6AE3-34CB-489D-F54BAF721D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F694105-6B43-530B-E5D9-51EB4163E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59371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asic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1BABE23-C276-BFF1-9AD9-4CACB772B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619111"/>
            <a:ext cx="7780284" cy="21488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ct val="100000"/>
              </a:lnSpc>
              <a:defRPr sz="4400" b="1" i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in sentence case, </a:t>
            </a:r>
            <a:br>
              <a:rPr lang="en-US" dirty="0"/>
            </a:br>
            <a:r>
              <a:rPr lang="en-US" dirty="0"/>
              <a:t>max 3 lines (44pt)</a:t>
            </a:r>
          </a:p>
        </p:txBody>
      </p:sp>
    </p:spTree>
    <p:extLst>
      <p:ext uri="{BB962C8B-B14F-4D97-AF65-F5344CB8AC3E}">
        <p14:creationId xmlns:p14="http://schemas.microsoft.com/office/powerpoint/2010/main" val="2581338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3DE41-3D75-429F-B94D-312618C21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22ADE5-3B61-ADF6-A649-FE3681340F22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526E1-7FC8-DCBE-6C75-2C54BC046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462866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Place headline here (36pt,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2080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asic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5968FE-210E-B837-EBC5-C1C4802626F4}"/>
              </a:ext>
            </a:extLst>
          </p:cNvPr>
          <p:cNvSpPr/>
          <p:nvPr userDrawn="1"/>
        </p:nvSpPr>
        <p:spPr>
          <a:xfrm>
            <a:off x="487264" y="4690638"/>
            <a:ext cx="418797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 компании </a:t>
            </a:r>
            <a:r>
              <a:rPr lang="en-US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</a:t>
            </a:r>
            <a:endParaRPr lang="ru-RU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 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(ex-Accenture) – российская компания, предоставляющая широкий спектр профессиональных услуг в области цифровых сервисов, облачных технологий и решений для обеспечения информационной безопасности. В офисах и центрах разработки в Москве, Твери,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Ростове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-на-Дону, Краснодаре, Санкт-Петербурге и Алматы работают около 2 000 сотрудников. Благодаря сочетанию уникальных знаний,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опыта и компетенций более чем в 40 отраслях, предлагает услуги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 области стратегии и бизнес-консалтинга, технологических решений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 других операций, направленных на цифровизацию бизнеса.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Подробнее на  </a:t>
            </a:r>
            <a:r>
              <a:rPr lang="en-US" sz="900" u="sng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axenix.pro</a:t>
            </a:r>
            <a:endParaRPr lang="ru-RU" sz="9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4A54D-535F-ECB8-BF07-B4FE2B5F8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1823" y="4800600"/>
            <a:ext cx="1315517" cy="165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vmlDrawing" Target="../drawings/vmlDrawing1.vml"/><Relationship Id="rId5" Type="http://schemas.openxmlformats.org/officeDocument/2006/relationships/tags" Target="../tags/tag1.xml"/><Relationship Id="rId6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3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Relationship Id="rId3" Type="http://schemas.openxmlformats.org/officeDocument/2006/relationships/vmlDrawing" Target="../drawings/vmlDrawing2.vml"/><Relationship Id="rId4" Type="http://schemas.openxmlformats.org/officeDocument/2006/relationships/tags" Target="../tags/tag2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emf"/><Relationship Id="rId7" Type="http://schemas.openxmlformats.org/officeDocument/2006/relationships/image" Target="../media/image5.emf"/><Relationship Id="rId8" Type="http://schemas.openxmlformats.org/officeDocument/2006/relationships/image" Target="../media/image6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theme" Target="../theme/theme3.xml"/><Relationship Id="rId11" Type="http://schemas.openxmlformats.org/officeDocument/2006/relationships/image" Target="../media/image7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4.xml"/><Relationship Id="rId4" Type="http://schemas.openxmlformats.org/officeDocument/2006/relationships/vmlDrawing" Target="../drawings/vmlDrawing3.vml"/><Relationship Id="rId5" Type="http://schemas.openxmlformats.org/officeDocument/2006/relationships/tags" Target="../tags/tag3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1.emf"/><Relationship Id="rId8" Type="http://schemas.openxmlformats.org/officeDocument/2006/relationships/image" Target="../media/image6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Relationship Id="rId3" Type="http://schemas.openxmlformats.org/officeDocument/2006/relationships/vmlDrawing" Target="../drawings/vmlDrawing4.vml"/><Relationship Id="rId4" Type="http://schemas.openxmlformats.org/officeDocument/2006/relationships/tags" Target="../tags/tag4.xml"/><Relationship Id="rId5" Type="http://schemas.openxmlformats.org/officeDocument/2006/relationships/image" Target="../media/image9.png"/><Relationship Id="rId6" Type="http://schemas.openxmlformats.org/officeDocument/2006/relationships/oleObject" Target="../embeddings/oleObject4.bin"/><Relationship Id="rId7" Type="http://schemas.openxmlformats.org/officeDocument/2006/relationships/image" Target="../media/image1.emf"/><Relationship Id="rId8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5456A1-5AD5-1C3B-784F-E5DB1A617811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44621-BE37-66F7-AE71-04D88A8F68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9741" y="-100810"/>
            <a:ext cx="7777207" cy="6958809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0799367B-6583-A8C4-AABC-4EB4B1EEDA9D}"/>
              </a:ext>
            </a:extLst>
          </p:cNvPr>
          <p:cNvSpPr txBox="1">
            <a:spLocks/>
          </p:cNvSpPr>
          <p:nvPr userDrawn="1"/>
        </p:nvSpPr>
        <p:spPr>
          <a:xfrm>
            <a:off x="4724629" y="6212323"/>
            <a:ext cx="7056261" cy="405647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ts val="2000"/>
              </a:lnSpc>
            </a:pPr>
            <a:r>
              <a:rPr lang="ru-RU" sz="240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Технологии. Стратегии. Консалтинг.</a:t>
            </a:r>
          </a:p>
        </p:txBody>
      </p:sp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think-cell Folie" r:id="rId7" imgW="425" imgH="426" progId="TCLayout.ActiveDocument.1">
                  <p:embed/>
                </p:oleObj>
              </mc:Choice>
              <mc:Fallback>
                <p:oleObj name="think-cell Folie" r:id="rId7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63FD6-8FD6-4311-3031-623D5EE6632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27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Folie" r:id="rId5" imgW="425" imgH="426" progId="TCLayout.ActiveDocument.1">
                  <p:embed/>
                </p:oleObj>
              </mc:Choice>
              <mc:Fallback>
                <p:oleObj name="think-cell Folie" r:id="rId5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D061B-8A97-0E83-1239-5A78C931FCB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6431" y="243315"/>
            <a:ext cx="20193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DE66D-3D08-AA52-27A4-51071019C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ACC8F-87F1-11BC-54FF-29DF1B67DD2C}"/>
              </a:ext>
            </a:extLst>
          </p:cNvPr>
          <p:cNvSpPr txBox="1"/>
          <p:nvPr userDrawn="1"/>
        </p:nvSpPr>
        <p:spPr>
          <a:xfrm>
            <a:off x="6310489" y="111760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43973-961C-8DDE-2DD6-53DF7B28F08E}"/>
              </a:ext>
            </a:extLst>
          </p:cNvPr>
          <p:cNvSpPr txBox="1"/>
          <p:nvPr userDrawn="1"/>
        </p:nvSpPr>
        <p:spPr>
          <a:xfrm>
            <a:off x="6062133" y="-11289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19898-D072-6154-65DA-C70A705FD4A3}"/>
              </a:ext>
            </a:extLst>
          </p:cNvPr>
          <p:cNvSpPr txBox="1"/>
          <p:nvPr userDrawn="1"/>
        </p:nvSpPr>
        <p:spPr>
          <a:xfrm>
            <a:off x="5576711" y="2257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9DEB3-46B7-E235-21C5-8F577D91452A}"/>
              </a:ext>
            </a:extLst>
          </p:cNvPr>
          <p:cNvSpPr txBox="1"/>
          <p:nvPr userDrawn="1"/>
        </p:nvSpPr>
        <p:spPr>
          <a:xfrm>
            <a:off x="2528711" y="2596444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1F51A-A72F-6796-C8BF-B58CCEA6CA55}"/>
              </a:ext>
            </a:extLst>
          </p:cNvPr>
          <p:cNvSpPr txBox="1"/>
          <p:nvPr userDrawn="1"/>
        </p:nvSpPr>
        <p:spPr>
          <a:xfrm>
            <a:off x="1027289" y="3296356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B1051-273A-AE8E-459B-F260C9FE82F0}"/>
              </a:ext>
            </a:extLst>
          </p:cNvPr>
          <p:cNvSpPr txBox="1"/>
          <p:nvPr userDrawn="1"/>
        </p:nvSpPr>
        <p:spPr>
          <a:xfrm>
            <a:off x="-11289" y="2528711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02DB6-B043-D33F-9415-84B3B44475F2}"/>
              </a:ext>
            </a:extLst>
          </p:cNvPr>
          <p:cNvSpPr txBox="1"/>
          <p:nvPr userDrawn="1"/>
        </p:nvSpPr>
        <p:spPr>
          <a:xfrm>
            <a:off x="707923" y="2580968"/>
            <a:ext cx="0" cy="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344863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8DA18F-CC7A-8B02-8558-400CADA11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/>
          <a:stretch/>
        </p:blipFill>
        <p:spPr>
          <a:xfrm>
            <a:off x="406400" y="225778"/>
            <a:ext cx="11785600" cy="11938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C8C97C-D7FF-2F6E-5F48-D8445417BBE1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23657-19EB-F054-775B-FB0EDBB4E41F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</p:spTree>
    <p:extLst>
      <p:ext uri="{BB962C8B-B14F-4D97-AF65-F5344CB8AC3E}">
        <p14:creationId xmlns:p14="http://schemas.microsoft.com/office/powerpoint/2010/main" val="82380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73" r:id="rId2"/>
    <p:sldLayoutId id="2147483802" r:id="rId3"/>
    <p:sldLayoutId id="2147483803" r:id="rId4"/>
    <p:sldLayoutId id="2147483798" r:id="rId5"/>
    <p:sldLayoutId id="2147483784" r:id="rId6"/>
    <p:sldLayoutId id="2147483775" r:id="rId7"/>
    <p:sldLayoutId id="2147483776" r:id="rId8"/>
    <p:sldLayoutId id="214748377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 dirty="0">
              <a:solidFill>
                <a:srgbClr val="91919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D952B5C-36AC-4DB1-A39D-558F248A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65" y="3504028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Headline place here (32pt)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583BD-E741-CAD2-BA5D-84E5AA606C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F965B8-1BBF-CE3A-26B2-05E622B6DE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96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FD8D3-EB97-6E49-946B-AA2CD2FB12AC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7B032-7A73-0ABE-542B-071951933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4793" y="-100809"/>
            <a:ext cx="7777207" cy="6958809"/>
          </a:xfrm>
          <a:prstGeom prst="rect">
            <a:avLst/>
          </a:prstGeom>
        </p:spPr>
      </p:pic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1F316D2-FC5D-7E5C-7937-C55AD9510B23}"/>
              </a:ext>
            </a:extLst>
          </p:cNvPr>
          <p:cNvSpPr txBox="1">
            <a:spLocks/>
          </p:cNvSpPr>
          <p:nvPr userDrawn="1"/>
        </p:nvSpPr>
        <p:spPr>
          <a:xfrm>
            <a:off x="522311" y="3364795"/>
            <a:ext cx="4196445" cy="102658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6000" b="1" i="0" cap="non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пасибо</a:t>
            </a:r>
            <a:r>
              <a:rPr lang="ru-RU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4C146-CDFF-455B-E13E-CF209B4AC00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укукук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укукуку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2026-05-09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2.xml><?xml version="1.0" encoding="utf-8"?>
<a:theme xmlns:a="http://schemas.openxmlformats.org/drawingml/2006/main" name="6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3.xml><?xml version="1.0" encoding="utf-8"?>
<a:theme xmlns:a="http://schemas.openxmlformats.org/drawingml/2006/main" name="Custom Design">
  <a:themeElements>
    <a:clrScheme name="Ax-team oct.2022">
      <a:dk1>
        <a:srgbClr val="000000"/>
      </a:dk1>
      <a:lt1>
        <a:srgbClr val="FFFFFF"/>
      </a:lt1>
      <a:dk2>
        <a:srgbClr val="B3B2B3"/>
      </a:dk2>
      <a:lt2>
        <a:srgbClr val="EBE8E4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41404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5.xml><?xml version="1.0" encoding="utf-8"?>
<a:theme xmlns:a="http://schemas.openxmlformats.org/drawingml/2006/main" name="5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D1F32CD47364489AEA84E7C810ACE" ma:contentTypeVersion="0" ma:contentTypeDescription="Create a new document." ma:contentTypeScope="" ma:versionID="1dfe614159b55952a206ec6c836998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0B3ABB-6B48-4848-899A-6EDFAAAFE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D286450-7DA9-49EF-8784-90E8814FA4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CBFB5A-E9DC-4C31-B655-546C90EABB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15613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Arial</vt:lpstr>
      <vt:lpstr>Calibri</vt:lpstr>
      <vt:lpstr>Montserrat</vt:lpstr>
      <vt:lpstr>Symbol</vt:lpstr>
      <vt:lpstr>3_Titles</vt:lpstr>
      <vt:lpstr>6_Titles</vt:lpstr>
      <vt:lpstr>Custom Design</vt:lpstr>
      <vt:lpstr>2_Titles</vt:lpstr>
      <vt:lpstr>5_Titles</vt:lpstr>
      <vt:lpstr>think-cell Folie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Madaminova Nigora</dc:creator>
  <cp:lastModifiedBy>Smirnova Marina</cp:lastModifiedBy>
  <cp:revision>289</cp:revision>
  <dcterms:created xsi:type="dcterms:W3CDTF">2022-04-15T13:13:55Z</dcterms:created>
  <dcterms:modified xsi:type="dcterms:W3CDTF">2026-05-02T18:55:17Z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0x010100FD8D1F32CD47364489AEA84E7C810ACE</vt:lpwstr>
  </property>
</Properties>
</file>