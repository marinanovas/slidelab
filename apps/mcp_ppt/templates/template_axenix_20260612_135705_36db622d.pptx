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ags/tag4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7666" autoAdjust="0"/>
    <p:restoredTop sz="93832" autoAdjust="0"/>
  </p:normalViewPr>
  <p:slideViewPr>
    <p:cSldViewPr snapToGrid="0">
      <p:cViewPr varScale="1">
        <p:scale>
          <a:sx n="114" d="100"/>
          <a:sy n="114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10.05.2026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10.05.2026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axenix.pro/" TargetMode="External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1.xml"/><Relationship Id="rId4" Type="http://schemas.openxmlformats.org/officeDocument/2006/relationships/vmlDrawing" Target="../drawings/vmlDrawing1.vml"/><Relationship Id="rId9" Type="http://schemas.openxmlformats.org/officeDocument/2006/relationships/image" Target="../media/image3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5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7.emf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heme" Target="../theme/theme4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5" Type="http://schemas.openxmlformats.org/officeDocument/2006/relationships/tags" Target="../tags/tag3.xml"/><Relationship Id="rId4" Type="http://schemas.openxmlformats.org/officeDocument/2006/relationships/vmlDrawing" Target="../drawings/vmlDrawing3.v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4.vml"/><Relationship Id="rId7" Type="http://schemas.openxmlformats.org/officeDocument/2006/relationships/image" Target="../media/image1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png"/><Relationship Id="rId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15614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290</cp:revision>
  <dcterms:created xsi:type="dcterms:W3CDTF">2022-04-15T13:13:55Z</dcterms:created>
  <dcterms:modified xsi:type="dcterms:W3CDTF">2026-05-10T12:03:41Z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